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8EAD-29B8-0FDE-2E4A-433691A84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829E1-1AF2-0A40-1122-AB2E7EDB3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11F40-6036-5A03-E286-07516B02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03321-3252-9E13-427C-259461219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891EE-F9E9-6D73-30CD-8E93B0C1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0F9E-9358-5145-3701-B71064FA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3268-67F5-E637-FB0A-ADDDEB353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D1D2-A205-E4F1-2092-51C7A0AE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2704F-7119-AC97-1472-2D004DA9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20A16-25B1-FF05-3F8F-C1A1BCF7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9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A469-84BF-A1E2-63BC-6FBED205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74EDB-AE8C-C7F2-6726-389C453F2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373D-492C-6C76-4D4F-FD1E0589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39C30-A1D6-1E3C-D942-32B296DB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F4B-7421-711A-9616-5CADA3A1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1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C211-4BB8-B491-32D1-9723F84B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F6886-6015-2562-83B9-5748FF9DD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0171A-2B0C-2B10-9CAC-CFCD004C5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6E121-C906-8F23-3F7A-D1C6B275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46D89-B006-41C0-272F-E18592AF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7951F-08F3-B6F4-AAA6-9C756C18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8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93F6-1372-4A3B-3C41-77593B5D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81A75-41B9-BA42-4886-A7D6AB72F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303C7-87C1-FF82-97B7-C3B79E834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1EAAD-A7BD-F094-CC22-3B4BE1193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D9F65-1B0B-6D36-2E6F-C3A1C0EB4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0F92C-554A-D9D0-8685-002DFED9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41A5C-A310-E2E9-DEA7-A2F5E190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A0B89-6008-FFE2-9383-DB04B52C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0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481A-D6BD-3932-C997-9E0FB060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D6FD8-0874-3F3C-FF95-589B13F0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1DFE7-DF84-57CA-7E0F-68F9766E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84F42-ACD9-1CD4-605E-8ED8A061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5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05232-0BBE-CFD7-541F-F54A024F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4F68C7-3CE3-4F70-B7D8-80DB72C0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00D09-12F8-EA6F-31D4-0A431BE9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4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89B5-DD94-0D84-F1FE-58273825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EC69-BDE8-3A73-09D0-54BBDEED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65218-53B9-0B23-7C88-5190852E9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8505-E71E-03BF-C717-6D8A1521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5965E-29AA-C4C0-6EA8-851FD8E6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E602B-C334-2868-67E7-1D3AF749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0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77C4-7300-2F08-6DA3-365D489D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BC3B9-4E3B-6778-D6D8-40445C38B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686DF-C888-BA04-7AB5-537B014F4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C4FB2-3D2F-83EC-AF35-25A26F04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8A9CC-A819-2B2A-CBAE-3C027FB2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C1D1A-0EE1-CA04-0ED2-C10E3109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248A-948F-0EE8-A306-F0CA4BC6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C6232-EE9A-1DAB-A574-EEC60AFA6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A9A8-A213-36CB-7294-C6FB8235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63E5-6D4C-8CCD-CD72-F90C73CA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9746-CCE9-08D1-0A4C-B441D0F8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7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C64CA-9656-B54A-879F-D95EB1BCC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39FCC-A4BD-11A4-9CCA-A2A6E6C0B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BEA70-227F-A95A-7BEA-AB90EBD7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9F2D6-575A-25CE-2D53-F4F45FAD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78E3C-B08B-9443-D890-A6C1BE96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C9A6B-D9C9-F3C7-AA40-E38772EB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57221-D280-E64E-0282-EE2B22939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C3AF4-3961-AD07-1BE9-7DCBD2C13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B1FFA-8E79-470B-880D-8E68F978AC85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ACFD-F591-B937-7DDD-A9DEFB128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98FB-2806-F059-C773-CBFAE4324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1D110-94CF-4C5D-9D1A-F8CC3A68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8F408E-804A-DB26-9F24-FCCF8A9F4368}"/>
              </a:ext>
            </a:extLst>
          </p:cNvPr>
          <p:cNvSpPr txBox="1"/>
          <p:nvPr/>
        </p:nvSpPr>
        <p:spPr>
          <a:xfrm>
            <a:off x="0" y="0"/>
            <a:ext cx="32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Newtonian Telescope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D4006-9C3A-90C5-8D5B-9D8D6BD2CE94}"/>
              </a:ext>
            </a:extLst>
          </p:cNvPr>
          <p:cNvSpPr txBox="1"/>
          <p:nvPr/>
        </p:nvSpPr>
        <p:spPr>
          <a:xfrm>
            <a:off x="0" y="429585"/>
            <a:ext cx="5676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  <a:r>
              <a:rPr lang="en-US" dirty="0"/>
              <a:t> Design a Newtonian telescope in collaboration with optical engineering students that can resolve the moons of Jupiter.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B620E-85E7-FBD1-A953-62D1BFB0F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927" y="4359798"/>
            <a:ext cx="3656922" cy="2393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5BE524-16A0-F019-CB8D-873DEC05E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1" y="3614642"/>
            <a:ext cx="5582472" cy="29990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B4ECC5-C12E-76A0-8F2A-7BFBB148E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7" y="1352915"/>
            <a:ext cx="3028600" cy="21641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6C20CC-B0B4-6E37-B309-5CB9EAD6FC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7556" y="4359798"/>
            <a:ext cx="1639281" cy="2004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C7EE9A-E50A-2C7F-CA1A-C320404C0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026" y="183690"/>
            <a:ext cx="3028599" cy="32453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CE6DEC-B1DF-F37F-68E8-44A7A2CA81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0" b="17333"/>
          <a:stretch>
            <a:fillRect/>
          </a:stretch>
        </p:blipFill>
        <p:spPr>
          <a:xfrm>
            <a:off x="9670025" y="104329"/>
            <a:ext cx="2380332" cy="31162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18C2234-3FEC-1690-3FFB-79F7EADB9B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4"/>
          <a:stretch>
            <a:fillRect/>
          </a:stretch>
        </p:blipFill>
        <p:spPr>
          <a:xfrm>
            <a:off x="3349980" y="1087739"/>
            <a:ext cx="2690452" cy="234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6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Aytekin, Kaan</dc:creator>
  <cp:lastModifiedBy>Aytekin, Kaan</cp:lastModifiedBy>
  <cp:revision>3</cp:revision>
  <dcterms:created xsi:type="dcterms:W3CDTF">2026-03-31T17:38:13Z</dcterms:created>
  <dcterms:modified xsi:type="dcterms:W3CDTF">2026-03-31T19:47:50Z</dcterms:modified>
</cp:coreProperties>
</file>