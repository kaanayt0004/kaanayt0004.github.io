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064B-4631-BC85-6443-D596E26CB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594CC-1184-F57D-8B37-966206A23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E5D71-793C-0011-F955-AABA95E1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FCA98-F33C-0066-618B-8F4395CF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C290E-FCA9-6D88-8413-7A2FE80C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5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DB24-4B11-2071-40C3-77596FE1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C96C-C34A-1E9D-9E82-8595E0746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D8AC6-341D-50CC-8956-B7584B2D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943B1-13C9-F021-071D-C96E6DD09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4DDA2-3C98-DE52-8575-747A687A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CFBE-C794-5276-7F36-B2713AB4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06BCD-6534-C8CD-5E54-CB4E6F905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7760E-4C87-B602-A1A9-2A11691A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11302-0124-336B-1DD6-F54A1BB6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E3C54-FCB6-A882-4E17-F1047275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5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B0D1-9552-07D9-998C-39119219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54546-9FAA-14FF-0A1A-47B05EFC0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F33D8-A325-5EDC-542F-7EAE30EBE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D8455-F389-C6B5-E354-59DDAD093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0D90-7B09-8814-383E-206DB016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E328C-6411-5B78-B371-6187154C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39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FD15-709D-0960-38C8-78B9D298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8C10C-EE39-B1C6-9E66-D8DAD3475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2EB28-176D-0F07-82D9-DAED7C131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BA4EA-3FF8-32DE-EB91-E6CB22670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65FD2-045D-6503-7F12-005A37119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973A7-2959-3237-812D-E738DE52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A0116-621D-25D8-AA84-F1DA8277E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56BB4-5E89-2C48-5458-73AF18C8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2A64-07FB-271D-DA1C-A721BFBF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14069D-835F-70D0-F8B7-4E29352F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FAF49-D8EE-7EE7-2900-A3325977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78BEF-3592-8AEA-CF48-CECEAE8B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53933-9DD2-3D29-A848-9C87D09D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60779-2704-05BE-2DE3-891E75F6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42FDC-6A87-E33C-DE31-999212CD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EDBA-6DC3-5268-D932-F57413CC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DA8D-E345-0C60-0225-C8E1569E1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866DD-2D78-47C5-953D-E4754B2CC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78403-459C-8D1B-3855-E556FA48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3BFEF-904F-974C-3F58-3D5963EF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6EDC4-8F92-BF21-0038-8F81346B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3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4455-45E8-413E-0C63-CB9C53D4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E74F3-9D1C-5766-61F4-36CED9513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C59FE-96FD-0057-B0F5-F3ACD0371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C6C37-DB59-CFB8-A7F5-82225961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83072-5B6D-89B2-8A5C-076062C6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97FC2-53CF-0952-C56C-A335D8C4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8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469F-E1DD-6DCF-CA9A-D5293744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75451-98B1-B5F0-F9C2-3638F7330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32FB9-EC4C-35DC-0648-CD91E46E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954BB-6EF5-E129-0465-6B4F5638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89E26-5DCC-875D-92CB-CB8ABCD1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9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DDA1C-AFCF-1165-DE43-884914A5C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22887-E797-5509-6BE0-832874382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B9FF9-E0ED-042C-829D-F7D59B9FF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F0B26-BCA1-2B67-8D24-DE52689F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2E45A-1CD5-16F8-4239-3CE2A872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8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CE0FC-5722-A049-5EE1-504037D5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EBEC-FD68-C7E5-B33D-E4058DDB3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B09E3-9410-996A-6E44-66D792A30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B987B-700E-45D1-A870-C51367BBD840}" type="datetimeFigureOut">
              <a:rPr lang="en-US" smtClean="0"/>
              <a:t>20-Oct-25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05BA-9D51-C3DE-9FC2-782D63EDF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C88D0-7B42-E6F0-F5F9-1B394DD34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EA0D8-275C-476E-B416-C8E75CC28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09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Aytekin, Kaan</dc:creator>
  <cp:lastModifiedBy>Aytekin, Kaan</cp:lastModifiedBy>
  <cp:revision>1</cp:revision>
  <dcterms:created xsi:type="dcterms:W3CDTF">2025-10-20T16:50:54Z</dcterms:created>
  <dcterms:modified xsi:type="dcterms:W3CDTF">2025-10-20T16:51:42Z</dcterms:modified>
</cp:coreProperties>
</file>